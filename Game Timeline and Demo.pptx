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Quantico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ntico-bold.fntdata"/><Relationship Id="rId12" Type="http://schemas.openxmlformats.org/officeDocument/2006/relationships/font" Target="fonts/Quantico-regular.fntdata"/><Relationship Id="rId15" Type="http://schemas.openxmlformats.org/officeDocument/2006/relationships/font" Target="fonts/Quantico-boldItalic.fntdata"/><Relationship Id="rId14" Type="http://schemas.openxmlformats.org/officeDocument/2006/relationships/font" Target="fonts/Quantico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19" Type="http://schemas.openxmlformats.org/officeDocument/2006/relationships/font" Target="fonts/Lato-boldItalic.fntdata"/><Relationship Id="rId1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ed94bbeca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9ed94bbeca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ed94bbeca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9ed94bbeca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ed94bbeca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ed94bbeca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48ec106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48ec106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ed94bbeca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9ed94bbeca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9" name="Google Shape;429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/>
          <p:nvPr>
            <p:ph type="ctrTitle"/>
          </p:nvPr>
        </p:nvSpPr>
        <p:spPr>
          <a:xfrm>
            <a:off x="284175" y="637275"/>
            <a:ext cx="5435400" cy="1078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Splash!</a:t>
            </a:r>
            <a:endParaRPr/>
          </a:p>
        </p:txBody>
      </p:sp>
      <p:sp>
        <p:nvSpPr>
          <p:cNvPr id="436" name="Google Shape;436;p48"/>
          <p:cNvSpPr txBox="1"/>
          <p:nvPr>
            <p:ph idx="1" type="subTitle"/>
          </p:nvPr>
        </p:nvSpPr>
        <p:spPr>
          <a:xfrm>
            <a:off x="961638" y="1897425"/>
            <a:ext cx="4048800" cy="79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Update 2</a:t>
            </a:r>
            <a:endParaRPr/>
          </a:p>
        </p:txBody>
      </p:sp>
      <p:sp>
        <p:nvSpPr>
          <p:cNvPr id="437" name="Google Shape;437;p48"/>
          <p:cNvSpPr/>
          <p:nvPr/>
        </p:nvSpPr>
        <p:spPr>
          <a:xfrm>
            <a:off x="5972000" y="0"/>
            <a:ext cx="3171900" cy="513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0" y="0"/>
            <a:ext cx="5972100" cy="68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0" y="680400"/>
            <a:ext cx="686400" cy="445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5972100" y="0"/>
            <a:ext cx="3171900" cy="68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48"/>
          <p:cNvSpPr txBox="1"/>
          <p:nvPr/>
        </p:nvSpPr>
        <p:spPr>
          <a:xfrm>
            <a:off x="802737" y="4345611"/>
            <a:ext cx="37071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Diego - Programmer, Story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Benton - Programmer, Gameplay Tester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Luke - Programmer, Artist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Recap of Concept</a:t>
            </a:r>
            <a:endParaRPr sz="2800"/>
          </a:p>
        </p:txBody>
      </p:sp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1524000"/>
            <a:ext cx="3489000" cy="2340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Swimming Game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Rhythm Based Movement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Avoid Obstacles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Best time wins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Multiple levels</a:t>
            </a:r>
            <a:endParaRPr sz="1600"/>
          </a:p>
        </p:txBody>
      </p:sp>
      <p:sp>
        <p:nvSpPr>
          <p:cNvPr id="448" name="Google Shape;448;p49"/>
          <p:cNvSpPr/>
          <p:nvPr/>
        </p:nvSpPr>
        <p:spPr>
          <a:xfrm>
            <a:off x="4639775" y="100"/>
            <a:ext cx="45042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0"/>
          <p:cNvSpPr txBox="1"/>
          <p:nvPr>
            <p:ph type="title"/>
          </p:nvPr>
        </p:nvSpPr>
        <p:spPr>
          <a:xfrm>
            <a:off x="5177175" y="4698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has been added?</a:t>
            </a:r>
            <a:endParaRPr sz="2800"/>
          </a:p>
        </p:txBody>
      </p:sp>
      <p:sp>
        <p:nvSpPr>
          <p:cNvPr id="454" name="Google Shape;454;p50"/>
          <p:cNvSpPr txBox="1"/>
          <p:nvPr>
            <p:ph idx="1" type="body"/>
          </p:nvPr>
        </p:nvSpPr>
        <p:spPr>
          <a:xfrm>
            <a:off x="5177175" y="1524000"/>
            <a:ext cx="3489000" cy="2227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 second period of “Dashing” off the blocks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Tutorial scene to learn how to dive off the blocks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Added some UI, but not complete yet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Timer and finish line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Uploaded audio files into the assets</a:t>
            </a:r>
            <a:endParaRPr sz="1600"/>
          </a:p>
        </p:txBody>
      </p:sp>
      <p:sp>
        <p:nvSpPr>
          <p:cNvPr id="455" name="Google Shape;455;p50"/>
          <p:cNvSpPr/>
          <p:nvPr/>
        </p:nvSpPr>
        <p:spPr>
          <a:xfrm>
            <a:off x="0" y="0"/>
            <a:ext cx="45042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Demo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1" name="Google Shape;461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What is left?</a:t>
            </a:r>
            <a:endParaRPr sz="2800"/>
          </a:p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311700" y="1524000"/>
            <a:ext cx="3489000" cy="2340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Finish all tutorial levels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FInish UI and Audio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Make the other levels!</a:t>
            </a:r>
            <a:endParaRPr sz="1600"/>
          </a:p>
        </p:txBody>
      </p:sp>
      <p:sp>
        <p:nvSpPr>
          <p:cNvPr id="468" name="Google Shape;468;p52"/>
          <p:cNvSpPr/>
          <p:nvPr/>
        </p:nvSpPr>
        <p:spPr>
          <a:xfrm>
            <a:off x="4639775" y="100"/>
            <a:ext cx="45042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 txBox="1"/>
          <p:nvPr>
            <p:ph type="title"/>
          </p:nvPr>
        </p:nvSpPr>
        <p:spPr>
          <a:xfrm>
            <a:off x="139400" y="103178"/>
            <a:ext cx="5045700" cy="75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Lessons / Challenges</a:t>
            </a:r>
            <a:endParaRPr sz="3200"/>
          </a:p>
        </p:txBody>
      </p:sp>
      <p:sp>
        <p:nvSpPr>
          <p:cNvPr id="474" name="Google Shape;474;p53"/>
          <p:cNvSpPr txBox="1"/>
          <p:nvPr>
            <p:ph idx="2" type="title"/>
          </p:nvPr>
        </p:nvSpPr>
        <p:spPr>
          <a:xfrm>
            <a:off x="650875" y="647103"/>
            <a:ext cx="1684500" cy="252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Challange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475" name="Google Shape;475;p53"/>
          <p:cNvSpPr txBox="1"/>
          <p:nvPr>
            <p:ph idx="3" type="body"/>
          </p:nvPr>
        </p:nvSpPr>
        <p:spPr>
          <a:xfrm>
            <a:off x="650875" y="1048403"/>
            <a:ext cx="1684500" cy="19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Coding the Tutorial Levels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Building a game that would have variability in each result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76" name="Google Shape;476;p53"/>
          <p:cNvSpPr txBox="1"/>
          <p:nvPr>
            <p:ph idx="8" type="title"/>
          </p:nvPr>
        </p:nvSpPr>
        <p:spPr>
          <a:xfrm>
            <a:off x="2847675" y="647103"/>
            <a:ext cx="1722300" cy="252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Lessons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7" name="Google Shape;477;p53"/>
          <p:cNvSpPr txBox="1"/>
          <p:nvPr>
            <p:ph idx="9" type="body"/>
          </p:nvPr>
        </p:nvSpPr>
        <p:spPr>
          <a:xfrm>
            <a:off x="2847675" y="1048403"/>
            <a:ext cx="1668900" cy="19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Tutorial Levels are important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Rhythm bar is not as </a:t>
            </a:r>
            <a:r>
              <a:rPr lang="en" sz="1600">
                <a:solidFill>
                  <a:schemeClr val="dk1"/>
                </a:solidFill>
              </a:rPr>
              <a:t>straightforward</a:t>
            </a:r>
            <a:r>
              <a:rPr lang="en" sz="1600">
                <a:solidFill>
                  <a:schemeClr val="dk1"/>
                </a:solidFill>
              </a:rPr>
              <a:t> as intended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78" name="Google Shape;4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4563" y="482378"/>
            <a:ext cx="39719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0763" y="1434878"/>
            <a:ext cx="40195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6475" y="2352634"/>
            <a:ext cx="40481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/>
          <p:nvPr>
            <p:ph type="title"/>
          </p:nvPr>
        </p:nvSpPr>
        <p:spPr>
          <a:xfrm>
            <a:off x="2049150" y="3466006"/>
            <a:ext cx="5045700" cy="75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Insights from Playtesting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Too many instructions all at once</a:t>
            </a:r>
            <a:endParaRPr sz="1500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Game plays well</a:t>
            </a:r>
            <a:endParaRPr sz="1500"/>
          </a:p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More instructions, such as “Press Space!” popping up when needing to press space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